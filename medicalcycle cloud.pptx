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10600" y="550699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423333" y="4809345"/>
            <a:ext cx="594265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Name</a:t>
            </a:r>
            <a:r>
              <a:rPr kumimoji="0" lang="fr-FR" altLang="fr-FR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MedicalCycle</a:t>
            </a:r>
            <a:r>
              <a:rPr kumimoji="0" lang="fr-FR" altLang="fr-F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Presented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by: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Eko</a:t>
            </a:r>
            <a:r>
              <a:rPr kumimoji="0" lang="fr-FR" altLang="fr-F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Gedeon</a:t>
            </a:r>
            <a:r>
              <a:rPr kumimoji="0" lang="fr-FR" altLang="fr-F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LAGLOIRE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CEO &amp; Project Lead, </a:t>
            </a:r>
            <a:r>
              <a:rPr kumimoji="0" lang="fr-FR" altLang="fr-FR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MedicalCycle</a:t>
            </a:r>
            <a:r>
              <a:rPr kumimoji="0" lang="fr-FR" altLang="fr-F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Inc.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fr-FR" sz="1800" i="1" cap="none" dirty="0" smtClean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fr-FR" altLang="fr-FR" sz="1800" i="1" cap="none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fr-FR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fr-FR" sz="1800" i="1" cap="none" dirty="0" smtClean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fr-FR" altLang="fr-FR" sz="1800" i="1" cap="none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fr-FR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fr-FR" sz="1800" i="1" cap="none" dirty="0" smtClean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fr-FR" altLang="fr-FR" sz="1800" i="1" cap="none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fr-FR" altLang="fr-FR" sz="1800" i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25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fr-FR" sz="28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altLang="fr-FR" sz="4800" cap="none" dirty="0">
                <a:solidFill>
                  <a:schemeClr val="tx1"/>
                </a:solidFill>
                <a:latin typeface="Arial" panose="020B0604020202020204" pitchFamily="34" charset="0"/>
              </a:rPr>
              <a:t>SLIDE 2 </a:t>
            </a:r>
            <a:r>
              <a:rPr lang="fr-FR" altLang="fr-FR" sz="28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— </a:t>
            </a:r>
            <a:r>
              <a:rPr lang="fr-FR" altLang="fr-FR" sz="5400" cap="none" dirty="0" err="1">
                <a:solidFill>
                  <a:schemeClr val="tx1"/>
                </a:solidFill>
                <a:latin typeface="Arial" panose="020B0604020202020204" pitchFamily="34" charset="0"/>
              </a:rPr>
              <a:t>Problem</a:t>
            </a:r>
            <a:r>
              <a:rPr lang="fr-FR" altLang="fr-FR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 Description</a:t>
            </a:r>
            <a:br>
              <a:rPr lang="fr-FR" altLang="fr-FR" sz="540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6533" y="2334108"/>
            <a:ext cx="910166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fr-FR" altLang="fr-FR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kumimoji="0" lang="fr-FR" altLang="fr-FR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patient data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separately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causes: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data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continuity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Repeated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tests and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diagnosis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3279004"/>
            <a:ext cx="4561113" cy="30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58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745066"/>
            <a:ext cx="9720072" cy="1339765"/>
          </a:xfrm>
        </p:spPr>
        <p:txBody>
          <a:bodyPr>
            <a:normAutofit fontScale="90000"/>
          </a:bodyPr>
          <a:lstStyle/>
          <a:p>
            <a:r>
              <a:rPr lang="fr-FR" altLang="fr-FR" sz="48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>SLIDE 3 — </a:t>
            </a:r>
            <a:r>
              <a:rPr lang="fr-FR" altLang="fr-FR" sz="54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>Project Description</a:t>
            </a:r>
            <a:br>
              <a:rPr lang="fr-FR" altLang="fr-FR" sz="5400" i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9417" y="2347376"/>
            <a:ext cx="1145698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MedicalCycle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pharmacies.</a:t>
            </a:r>
            <a:b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and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patient records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securely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information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remotely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connected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ecosystem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</a:t>
            </a: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34" y="4258733"/>
            <a:ext cx="4910666" cy="266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SLIDE 4 — Project Scope &amp; Justification</a:t>
            </a:r>
            <a:br>
              <a:rPr lang="en-US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Scope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Hospitals, clinics, and pharmacies are the main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can create, edit, and view patient records through the cloud.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Doctors and pharmacists collaborate via a unified interface.</a:t>
            </a:r>
          </a:p>
          <a:p>
            <a:r>
              <a:rPr lang="en-US" b="1" dirty="0"/>
              <a:t>Justification: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continuity of care across institutions.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duplication and data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Increases efficiency and reliability through distributed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scalability and fault tolerance for critical healthcare operations.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429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5 — Agenda of Construction Activities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161491"/>
              </p:ext>
            </p:extLst>
          </p:nvPr>
        </p:nvGraphicFramePr>
        <p:xfrm>
          <a:off x="1023938" y="2331402"/>
          <a:ext cx="9720261" cy="3931920"/>
        </p:xfrm>
        <a:graphic>
          <a:graphicData uri="http://schemas.openxmlformats.org/drawingml/2006/table">
            <a:tbl>
              <a:tblPr/>
              <a:tblGrid>
                <a:gridCol w="3240087"/>
                <a:gridCol w="3240087"/>
                <a:gridCol w="3240087"/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 err="1"/>
                        <a:t>Step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Identify key stakeholders &amp;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System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Define</a:t>
                      </a:r>
                      <a:r>
                        <a:rPr lang="fr-FR" dirty="0"/>
                        <a:t> cloud architecture &amp; </a:t>
                      </a:r>
                      <a:r>
                        <a:rPr lang="fr-FR" dirty="0" err="1"/>
                        <a:t>database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replication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Development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web interface &amp; backend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Simulate hospital connections &amp; fault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Deploy</a:t>
                      </a:r>
                      <a:r>
                        <a:rPr lang="fr-FR" dirty="0"/>
                        <a:t> on cloud servers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Measure</a:t>
                      </a:r>
                      <a:r>
                        <a:rPr lang="fr-FR" dirty="0"/>
                        <a:t> performance, </a:t>
                      </a:r>
                      <a:r>
                        <a:rPr lang="fr-FR" dirty="0" err="1"/>
                        <a:t>reliability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scalability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163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SLIDE 7 — </a:t>
            </a:r>
            <a:r>
              <a:rPr lang="fr-FR" b="1" dirty="0" err="1"/>
              <a:t>Expected</a:t>
            </a:r>
            <a:r>
              <a:rPr lang="fr-FR" b="1" dirty="0"/>
              <a:t> Impact</a:t>
            </a: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8133" y="2084832"/>
            <a:ext cx="7689143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fr-FR" altLang="fr-F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fr-FR" altLang="fr-F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professionals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duplication of tests.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among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(Ajoute une image de patients ou d’un réseau hospitalier connecté.)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76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8 — </a:t>
            </a:r>
            <a:r>
              <a:rPr lang="en-US" dirty="0" err="1"/>
              <a:t>ConclusionMedicalCycle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Cloud </a:t>
            </a:r>
            <a:r>
              <a:rPr lang="en-US" dirty="0"/>
              <a:t>demonstrates how cloud and distributed systems can revolutionize healthcare data </a:t>
            </a:r>
            <a:r>
              <a:rPr lang="en-US" dirty="0" err="1"/>
              <a:t>management.It</a:t>
            </a:r>
            <a:r>
              <a:rPr lang="en-US" dirty="0"/>
              <a:t> provides a scalable, fault-tolerant, and collaborative solution to one of the most critical challenges in modern medicine: data </a:t>
            </a:r>
            <a:r>
              <a:rPr lang="en-US" dirty="0" err="1"/>
              <a:t>fragmentation.“Connecting</a:t>
            </a:r>
            <a:r>
              <a:rPr lang="en-US" dirty="0"/>
              <a:t> hospitals, saving time, saving lives.”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76047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</TotalTime>
  <Words>257</Words>
  <Application>Microsoft Office PowerPoint</Application>
  <PresentationFormat>Grand écran</PresentationFormat>
  <Paragraphs>64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Tw Cen MT</vt:lpstr>
      <vt:lpstr>Tw Cen MT Condensed</vt:lpstr>
      <vt:lpstr>Wingdings 3</vt:lpstr>
      <vt:lpstr>Intégral</vt:lpstr>
      <vt:lpstr>Project Name: MedicalCycle Cloud Presented by: Eko Gedeon LAGLOIRE Role: CEO &amp; Project Lead, MedicalCycle Inc.        </vt:lpstr>
      <vt:lpstr> SLIDE 2 — Problem Description </vt:lpstr>
      <vt:lpstr>SLIDE 3 — Project Description </vt:lpstr>
      <vt:lpstr>SLIDE 4 — Project Scope &amp; Justification </vt:lpstr>
      <vt:lpstr>SLIDE 5 — Agenda of Construction Activities</vt:lpstr>
      <vt:lpstr>SLIDE 7 — Expected Impact</vt:lpstr>
      <vt:lpstr>SLIDE 8 — ConclusionMedicalCycle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 X380 YOGA I5</dc:creator>
  <cp:lastModifiedBy>LENOVO X380 YOGA I5</cp:lastModifiedBy>
  <cp:revision>3</cp:revision>
  <dcterms:created xsi:type="dcterms:W3CDTF">2025-10-20T09:53:54Z</dcterms:created>
  <dcterms:modified xsi:type="dcterms:W3CDTF">2025-10-20T10:17:20Z</dcterms:modified>
</cp:coreProperties>
</file>